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1"/>
    <p:sldId id="257" r:id="rId10"/>
    <p:sldId id="258" r:id="rId12"/>
  </p:sldIdLst>
</p:presentation>
</file>

<file path=ppt/_rels/presentation.xml.rels><?xml version="1.0" encoding="UTF-8" standalone="yes"?>
<Relationships xmlns="http://schemas.openxmlformats.org/package/2006/relationships">
  <Relationship Id="rId10" Type="http://schemas.openxmlformats.org/officeDocument/2006/relationships/slide" Target="slides/slide1.xml"/>
  <Relationship Id="rId11" Type="http://schemas.openxmlformats.org/officeDocument/2006/relationships/slide" Target="slides/slide2.xml"/>
  <Relationship Id="rId12" Type="http://schemas.openxmlformats.org/officeDocument/2006/relationships/slide" Target="slides/slide3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Historiku i kompjuterave</a:t>
            </a:r>
          </a:p>
          <a:p>
            <a:r>
              <a:t>Gjenerata e parë përdorte tuba vakumi.</a:t>
            </a:r>
          </a:p>
          <a:p>
            <a:r>
              <a:t>Transistorët zëvendësuan tubat në vitet 1950.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Hyrje në algoritme</a:t>
            </a:r>
          </a:p>
          <a:p>
            <a:r>
              <a:t>Algoritmi është një sekuencë e kufizuar hapash.</a:t>
            </a:r>
          </a:p>
          <a:p>
            <a:r>
              <a:t>Kompleksiteti matet me notacionin O të madh.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sp>
        <p:txBody>
          <a:p>
            <a:r>
              <a:t>Strukturat e të dhënave</a:t>
            </a:r>
          </a:p>
          <a:p>
            <a:r>
              <a:t>Vargu, lista e lidhur dhe pema janë struktura bazë.</a:t>
            </a:r>
          </a:p>
          <a:p>
            <a:r>
              <a:t>Radha dhe pirgu ndjekin parimin FIFO dhe LIFO.</a:t>
            </a:r>
          </a:p>
        </p:txBody>
      </p:sp>
    </p:spTree>
  </p:cSld>
</p:sld>
</file>